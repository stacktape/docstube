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as category infrastructure from word one — verified docs as the load-bearing layer between code and the humans/agents that consume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Elevate the problem from 'humans waste time' to 'the AI-software stack needs a verified knowledge layer.' That's the category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land — it's the thesis. The bottleneck moved from writing to trusting. Note: 2030 and 89% are prediction / company-reported; SO + Octoverse are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agent-readability angle is unique to C. Verified refs are exactly what an agent needs to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forks into a human site and an agent endpoint. The drift report is a near-free byproduct and a credibility stunt.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category-creating pitch, the agent-infrastructure framing is the differentiator beyond the quadrant.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M&amp;A activity (Postman→Fern, Anthropic→Stainless) signals model vendors are buying toolchain infra — tailwind for us. Flag docs-tools $8B as low-confidence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ladder as 'single repo → org graph → governed estate.'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framing — DeepWiki sets the free baseline; we're the verified, owned, agent-ready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 argument: a trust layer can't be owned by one of the vendors it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Big, credible close. Optional ask only when raising.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8378" cy="738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8730" y="438912"/>
            <a:ext cx="310896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90" b="1" spc="-50" kern="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2890" b="1" spc="-50" kern="0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289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trust layer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</a:t>
            </a:r>
            <a:pPr algn="l" indent="0" marL="0">
              <a:buNone/>
            </a:pPr>
            <a:r>
              <a:rPr lang="en-US" sz="46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AI-written code.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Documentation generated from your code and mechanically verified against it — for a world where machines write most of the software.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306324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CDEDE6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 + agents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363016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A7B85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3630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docs  ◆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0" y="419709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41970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When AI writes the code, who verifies what it means?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rot the instant code changes — and code now changes faster than 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Generic AI doc writers generate fluent prose untethered from the source.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are increasingly read by agents — and an agent acting on wrong docs fails silently, at scale.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182880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19933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say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249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now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email, role)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514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114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fluent. confident. wrong.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Humans write less of the code and trust the output less. Verification is the scarce thing.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402336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9456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40480"/>
            <a:ext cx="1399032" cy="-438912"/>
          </a:xfrm>
          <a:prstGeom prst="line">
            <a:avLst/>
          </a:prstGeom>
          <a:noFill/>
          <a:ln w="44450">
            <a:solidFill>
              <a:srgbClr val="0A7B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3401568"/>
            <a:ext cx="1316736" cy="-585216"/>
          </a:xfrm>
          <a:prstGeom prst="line">
            <a:avLst/>
          </a:prstGeom>
          <a:noFill/>
          <a:ln w="44450">
            <a:solidFill>
              <a:srgbClr val="0A7B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5888" y="2816352"/>
            <a:ext cx="1399032" cy="-512064"/>
          </a:xfrm>
          <a:prstGeom prst="line">
            <a:avLst/>
          </a:prstGeom>
          <a:noFill/>
          <a:ln w="44450">
            <a:solidFill>
              <a:srgbClr val="0A7B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50592"/>
            <a:ext cx="1399032" cy="365760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359152" y="2816352"/>
            <a:ext cx="1316736" cy="512064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75888" y="3328416"/>
            <a:ext cx="1399032" cy="438912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3522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verification gap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AI-written code  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trust in AI output  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schematic — illustrative trend, not plotted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783080"/>
            <a:ext cx="82296" cy="1298448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592" y="1911096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89% of code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79592" y="2458273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at Cognition is committed by its own agent (2026, company-reported); &gt;30% of new code at Google (Q1 2025); ~95% predicted by 2030 (Kevin Scott). ~1B commits in 2025 (Octoverse).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273552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3273552"/>
            <a:ext cx="82296" cy="1298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3401568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~29% trust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879592" y="3948745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AI accuracy — down 11 pts; 46% distrust; 66% frustrated by “almost right, but not quite.” (Stack Overflow 2025).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proven against the source — and legible to agents by default.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 verifies every page against the code and ships an owned site PLUS llms.txt + a docs-serving MCP server — so agents consume verified docs, not guesses.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0A7B85"/>
          </a:solidFill>
          <a:ln w="12700">
            <a:solidFill>
              <a:srgbClr val="0A7B85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1" name="Image 0" descr="/sessions/trusting-gifted-rubin/mnt/outputs/build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8833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against source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 refs extracted from the compiler, never written by an LLM.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670048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5" name="Image 1" descr="/sessions/trusting-gifted-rubin/mnt/outputs/build/icons/FaRobot_0A7B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688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Agent-ready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852928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llms.txt + MCP endpoint — one content store, two render targets.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82896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9" name="Image 2" descr="/sessions/trusting-gifted-rubin/mnt/outputs/build/icons/FaSync_0A7B8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6883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Always current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65776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Symbol-level provenance regenerates only what changed.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95744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23" name="Image 3" descr="/sessions/trusting-gifted-rubin/mnt/outputs/build/icons/FaRandom_0A7B8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26883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78624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 BYO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278624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model; your source never leaves your machine.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generate-and-verify pipeline that produces infrastructure, not just pages.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1397203" cy="64008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structural repo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36115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65299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65299" y="1691640"/>
            <a:ext cx="1397203" cy="64008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16" name="Text 14"/>
          <p:cNvSpPr/>
          <p:nvPr/>
        </p:nvSpPr>
        <p:spPr>
          <a:xfrm>
            <a:off x="2238451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0163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 drafts from source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442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733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3398" y="1691640"/>
            <a:ext cx="1397203" cy="64008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21" name="Text 19"/>
          <p:cNvSpPr/>
          <p:nvPr/>
        </p:nvSpPr>
        <p:spPr>
          <a:xfrm>
            <a:off x="39465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82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per-persona agents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23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814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81498" y="1691640"/>
            <a:ext cx="1397203" cy="64008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26" name="Text 24"/>
          <p:cNvSpPr/>
          <p:nvPr/>
        </p:nvSpPr>
        <p:spPr>
          <a:xfrm>
            <a:off x="56546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63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60413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89597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9597" y="1691640"/>
            <a:ext cx="1397203" cy="64008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31" name="Text 29"/>
          <p:cNvSpPr/>
          <p:nvPr/>
        </p:nvSpPr>
        <p:spPr>
          <a:xfrm>
            <a:off x="7362749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4461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site + llms.txt + MCP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2962656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2962656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6112" y="2962656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290779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verify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3163824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compile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337870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resolve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593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work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3808476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refs match compiler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4023360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page flagged for human review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2834640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834640"/>
            <a:ext cx="82296" cy="1481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5934456" y="2999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34456" y="329184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docs disagree with your code in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places.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934456" y="382219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near-free byproduct of verification — and only affected pages regenerate.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only layer that's generated, verified, owned — and agent-ready.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554480" y="2148840"/>
            <a:ext cx="23317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0340" y="2148840"/>
            <a:ext cx="1165860" cy="116586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314700"/>
            <a:ext cx="2331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20340" y="2148840"/>
            <a:ext cx="0" cy="2331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49884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20340" y="449884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130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279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03397" y="2365553"/>
            <a:ext cx="219456" cy="219456"/>
          </a:xfrm>
          <a:prstGeom prst="ellipse">
            <a:avLst/>
          </a:prstGeom>
          <a:solidFill>
            <a:srgbClr val="0A7B8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44445" y="2018081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2691" y="400598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70355" y="413400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81578" y="395935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3033522" y="4087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72691" y="251368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1470355" y="264170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4920" y="1874520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1874520"/>
            <a:ext cx="73152" cy="786384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27" name="Text 25"/>
          <p:cNvSpPr/>
          <p:nvPr/>
        </p:nvSpPr>
        <p:spPr>
          <a:xfrm>
            <a:off x="5276088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22585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Mechanically checked against the source.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4920" y="2807208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2807208"/>
            <a:ext cx="73152" cy="786384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31" name="Text 29"/>
          <p:cNvSpPr/>
          <p:nvPr/>
        </p:nvSpPr>
        <p:spPr>
          <a:xfrm>
            <a:off x="5276088" y="2916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31912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self-contained site, plus an llms.txt/MCP endpoint.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3739896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3739896"/>
            <a:ext cx="73152" cy="786384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35" name="Text 33"/>
          <p:cNvSpPr/>
          <p:nvPr/>
        </p:nvSpPr>
        <p:spPr>
          <a:xfrm>
            <a:off x="5276088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Agent-ready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6088" y="41239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only one shipping a verified endpoint agents can query.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Sized on the AI-code economy, not the docs-tools niche.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2743200" cy="2743200"/>
          </a:xfrm>
          <a:prstGeom prst="ellipse">
            <a:avLst/>
          </a:prstGeom>
          <a:solidFill>
            <a:srgbClr val="CDEDE6">
              <a:alpha val="70000"/>
            </a:srgbClr>
          </a:solidFill>
          <a:ln w="19050">
            <a:solidFill>
              <a:srgbClr val="0A7B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361347"/>
            <a:ext cx="1810512" cy="1810512"/>
          </a:xfrm>
          <a:prstGeom prst="ellipse">
            <a:avLst/>
          </a:prstGeom>
          <a:solidFill>
            <a:srgbClr val="0A7B85">
              <a:alpha val="72000"/>
            </a:srgbClr>
          </a:solidFill>
          <a:ln w="19050">
            <a:solidFill>
              <a:srgbClr val="004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292937"/>
            <a:ext cx="987552" cy="987552"/>
          </a:xfrm>
          <a:prstGeom prst="ellipse">
            <a:avLst/>
          </a:prstGeom>
          <a:solidFill>
            <a:srgbClr val="004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9344" y="3292937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9304" y="2471075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25112" y="18928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8745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code-tools market ~$9.35B (2026) → ~$30B (2031), ~26% CAGR.  (Mordor Intelligence — analyst estimate)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679192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77063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developers; 395M public repos + tens of millions of private repos needing docs.  (GitHub Octoverse 2025)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3575304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25112" y="36850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Bottom-up: adopted repos/sites × per-site pricing, or developers × a modest ACV.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Soft/estimated figures flagged in speaker notes · docs-tools market shown as color only (low confidence).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Open-core: the standard spreads free; the network is the business.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61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661160" cy="73152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2374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9806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forever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1441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feature. Bring your own AI. Community support. The adoption engine.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2680" y="1965960"/>
            <a:ext cx="1661160" cy="1783080"/>
          </a:xfrm>
          <a:prstGeom prst="roundRect">
            <a:avLst>
              <a:gd name="adj" fmla="val 4404"/>
            </a:avLst>
          </a:prstGeom>
          <a:solidFill>
            <a:srgbClr val="0A7B85"/>
          </a:solidFill>
          <a:ln w="12700">
            <a:solidFill>
              <a:srgbClr val="0A7B85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2680" y="1965960"/>
            <a:ext cx="1661160" cy="73152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16" name="Text 14"/>
          <p:cNvSpPr/>
          <p:nvPr/>
        </p:nvSpPr>
        <p:spPr>
          <a:xfrm>
            <a:off x="2502408" y="211226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2408" y="238658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F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Usage-based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02408" y="2642616"/>
            <a:ext cx="14417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Cross-project RAG “Ask agent” + MCP, governance, audit log, analytics, guardrails.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8160" y="1554480"/>
            <a:ext cx="1661160" cy="219456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8160" y="1554480"/>
            <a:ext cx="1661160" cy="73152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21" name="Text 19"/>
          <p:cNvSpPr/>
          <p:nvPr/>
        </p:nvSpPr>
        <p:spPr>
          <a:xfrm>
            <a:off x="4437888" y="170078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197510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fixed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7888" y="2231136"/>
            <a:ext cx="1441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Self-host + SLA + onboarding + enterprise support. Internal-docs led.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5532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9534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  →  monetization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2423160" cy="2697480"/>
          </a:xfrm>
          <a:prstGeom prst="roundRect">
            <a:avLst>
              <a:gd name="adj" fmla="val 3396"/>
            </a:avLst>
          </a:prstGeom>
          <a:solidFill>
            <a:srgbClr val="CDEDE6">
              <a:alpha val="65000"/>
            </a:srgbClr>
          </a:solidFill>
          <a:ln w="12700">
            <a:solidFill>
              <a:srgbClr val="0A7B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38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PROVEN MOTION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2212848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Cloud tier is a cross-project verified knowledge graph agents can query — where the infrastructure thesis monetizes. Supabase / PostHog prove the open-core motion. (Comps reported/estimated.)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Read-the-code tools explain. None verify, and none are yours.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554480" y="20574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057400"/>
            <a:ext cx="1097280" cy="109728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15468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51760" y="2057400"/>
            <a:ext cx="0" cy="2194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039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88182" y="2254910"/>
            <a:ext cx="219456" cy="219456"/>
          </a:xfrm>
          <a:prstGeom prst="ellipse">
            <a:avLst/>
          </a:prstGeom>
          <a:solidFill>
            <a:srgbClr val="0A7B8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9230" y="190743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596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26464" y="39739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5766" y="353872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980590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GitBook · ReadMe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4992" y="375818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86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746" y="2397557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448410" y="252557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8308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621792"/>
                <a:gridCol w="640080"/>
                <a:gridCol w="65836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docstube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B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Mintlify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GitBook / ReadMe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DeepWiki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Generates from code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Mechanically verified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Owned output (no lock-in)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Bring-your-own compute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Audit log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92040" y="42245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 is the closest conceptual neighbor (reads code → explains it): concede its reach ($26B-backed, MCP-native, 50,000+ repos) — but it's hosted, browse-only, unverified, and your code goes to their servers.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Neutral infrastructure beats a vendor's walled docs mode.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trust layer has to be neutral to be trusted — which is exactly what a single vendor can't be.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2" name="Image 0" descr="/sessions/trusting-gifted-rubin/mnt/outputs/build/icons/FaCheckCircle_0A7B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verification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 checks independent of the model.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7" name="Image 1" descr="/sessions/trusting-gifted-rubin/mnt/outputs/build/icons/FaBoxOpen_0A7B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Self-owned output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8529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Yours — not a vendor's hosted silo.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0A7B85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82896" y="2331720"/>
            <a:ext cx="2029968" cy="73152"/>
          </a:xfrm>
          <a:prstGeom prst="rect">
            <a:avLst/>
          </a:prstGeom>
          <a:solidFill>
            <a:srgbClr val="0A7B85"/>
          </a:solidFill>
          <a:ln/>
        </p:spPr>
      </p:sp>
      <p:sp>
        <p:nvSpPr>
          <p:cNvPr id="22" name="Shape 18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3" name="Image 2" descr="/sessions/trusting-gifted-rubin/mnt/outputs/build/icons/FaRandom_0A7B8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65776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 BYO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65776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Spans Claude / Codex / Gemini, no markup.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8" name="Image 3" descr="/sessions/trusting-gifted-rubin/mnt/outputs/build/icons/FaLock_0A7B8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78624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never uploaded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278624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 never receive your code.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hedge: </a:t>
            </a:r>
            <a:pPr algn="l"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infrastructure that verifies AI output must be independent of the AI it verifies. Neutrality is both moat and thesis.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A7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A7B8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Building the verification layer — in the open.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A7B85"/>
            </a:solidFill>
            <a:prstDash val="dash"/>
          </a:ln>
        </p:spPr>
      </p:sp>
      <p:pic>
        <p:nvPicPr>
          <p:cNvPr id="10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95728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PLACEHOLDER: team — to be added ]]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and hiring details intentionally omitted in this vision artifact.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B85"/>
          </a:solidFill>
          <a:ln/>
        </p:spPr>
      </p:sp>
      <p:pic>
        <p:nvPicPr>
          <p:cNvPr id="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documentation is the substrate of the AI-software era.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 software is increasingly written and read by machines, the scarce resource is verified explanation. docstube is building that substrate — neutral, owned, and proven against the source.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926080"/>
            <a:ext cx="2423160" cy="1600200"/>
          </a:xfrm>
          <a:prstGeom prst="roundRect">
            <a:avLst>
              <a:gd name="adj" fmla="val 5143"/>
            </a:avLst>
          </a:prstGeom>
          <a:solidFill>
            <a:srgbClr val="111A2E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9944" y="305409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OPTIONAL — only when raising ]]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9944" y="3346704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Raising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$amount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E2E8F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use of funds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projections in this artifact.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neutral. owned. proven against the source.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docstube — THE TRUST LAYER FOR AI-WRITTEN CODE</dc:title>
  <dc:subject>PptxGenJS Presentation</dc:subject>
  <dc:creator>docstube</dc:creator>
  <cp:lastModifiedBy>docstube</cp:lastModifiedBy>
  <cp:revision>1</cp:revision>
  <dcterms:created xsi:type="dcterms:W3CDTF">2026-06-18T09:01:05Z</dcterms:created>
  <dcterms:modified xsi:type="dcterms:W3CDTF">2026-06-18T09:01:05Z</dcterms:modified>
</cp:coreProperties>
</file>