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ownership. Everything ladders back to these three words: your compute, your output, your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the pain as ownership + economics, not just staleness. Lock-in and token markup are the felt costs we remove.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why-nows fused: the macro shift AND that BYO-compute is newly feasible because everyone already has an agent. Octoverse + SO figures are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BYO-compute is purely a strength here: your compute, any model, no markup, nothing uploaded. (We don't dwell on third-party CLI ToS in the deck.)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productionized pipeline (gates + symbol-level sync + persona review) is the value over 'just prompt Claude myself' — and it never ships your code to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rebellious framing. Each 'no' maps to a real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BYO economics are a market advantage: adoption isn't throttled by our token costs (our COGS on generation ≈ $0). Flag docs-tools $8B as low-confidence color.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slide for B. The Cloud cross-project 'Ask agent' is the hero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Mintlify metered/hosted; DeepWiki sends your code to their servers. Our column is ownership + BYO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Provider-neutrality is the structural hedge. Lead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close on ownership. Optional ask only when raising.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38378" cy="7383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8730" y="438912"/>
            <a:ext cx="3108960" cy="774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90" b="1" spc="-50" kern="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2890" b="1" spc="-50" kern="0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2890" dirty="0"/>
          </a:p>
        </p:txBody>
      </p:sp>
      <p:sp>
        <p:nvSpPr>
          <p:cNvPr id="4" name="Text 1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</a:t>
            </a:r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code.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2585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</a:t>
            </a:r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AI.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09981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</a:t>
            </a:r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docs.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457200" y="1481328"/>
            <a:ext cx="109728" cy="2331720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8" name="Text 5"/>
          <p:cNvSpPr/>
          <p:nvPr/>
        </p:nvSpPr>
        <p:spPr>
          <a:xfrm>
            <a:off x="4617720" y="1554480"/>
            <a:ext cx="4069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Open-source docs generation that runs on the compute you already pay for — and outputs a site you actually own.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17720" y="33832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/>
        </p:spPr>
      </p:sp>
      <p:sp>
        <p:nvSpPr>
          <p:cNvPr id="10" name="Text 7"/>
          <p:cNvSpPr/>
          <p:nvPr/>
        </p:nvSpPr>
        <p:spPr>
          <a:xfrm>
            <a:off x="4617720" y="33832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338328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CFEFF"/>
          </a:solidFill>
          <a:ln/>
        </p:spPr>
      </p:sp>
      <p:sp>
        <p:nvSpPr>
          <p:cNvPr id="12" name="Text 9"/>
          <p:cNvSpPr/>
          <p:nvPr/>
        </p:nvSpPr>
        <p:spPr>
          <a:xfrm>
            <a:off x="5623560" y="3383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token markup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docs you “own” today live on someone else's platform.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5740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9202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 rot the instant code changes — and you can't tell which pages are now wrong.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26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Incumbents host your docs, meter your tokens, and lock in your content.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69080"/>
            <a:ext cx="384048" cy="38404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931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Generic AI writers add fluent-but-unchecked prose — and you pay a markup for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1828800"/>
            <a:ext cx="2880360" cy="2743200"/>
          </a:xfrm>
          <a:prstGeom prst="roundRect">
            <a:avLst>
              <a:gd name="adj" fmla="val 3333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89320" y="199339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say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22494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89320" y="28803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now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8932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createUser(name, email, role)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2761488"/>
            <a:ext cx="251460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41148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fluent. confident. wrong.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NOW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More code than ever, written by AI you already pay for — on terms you don't control.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4023360"/>
            <a:ext cx="4114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194560"/>
            <a:ext cx="0" cy="1828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840480"/>
            <a:ext cx="1399032" cy="-438912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9152" y="3401568"/>
            <a:ext cx="1316736" cy="-585216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75888" y="2816352"/>
            <a:ext cx="1399032" cy="-512064"/>
          </a:xfrm>
          <a:prstGeom prst="line">
            <a:avLst/>
          </a:prstGeom>
          <a:noFill/>
          <a:ln w="44450">
            <a:solidFill>
              <a:srgbClr val="0097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2450592"/>
            <a:ext cx="1399032" cy="365760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359152" y="2816352"/>
            <a:ext cx="1316736" cy="512064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75888" y="3328416"/>
            <a:ext cx="1399032" cy="438912"/>
          </a:xfrm>
          <a:prstGeom prst="line">
            <a:avLst/>
          </a:prstGeom>
          <a:noFill/>
          <a:ln w="44450">
            <a:solidFill>
              <a:srgbClr val="D9770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35224" y="3026664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2186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verification gap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1579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AI-written code  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38221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trust in AI output  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schematic — illustrative trend, not plotted data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15000" y="1783080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15000" y="1783080"/>
            <a:ext cx="82296" cy="129844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5" name="Text 23"/>
          <p:cNvSpPr/>
          <p:nvPr/>
        </p:nvSpPr>
        <p:spPr>
          <a:xfrm>
            <a:off x="5879592" y="1911096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&gt;30% of new code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879592" y="2458273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is AI-written at Google (Pichai, Q1 2025); ~20–30% at Microsoft (Nadella, Apr 2025). 1.13M+ public repos already import an LLM SDK (GitHub Octoverse 2025).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715000" y="3273552"/>
            <a:ext cx="2971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15000" y="3273552"/>
            <a:ext cx="82296" cy="12984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5879592" y="3401568"/>
            <a:ext cx="26791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~29% trust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879592" y="3948745"/>
            <a:ext cx="2679192" cy="571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 AI accuracy — down 11 pts; 46% distrust (Stack Overflow 2025). And every developer already runs a coding agent: the compute is in their pocket.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Bring your own AI. Keep your source. Own the output.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 generates verified, always-current docs on your key or subscription — any model, no token markup, your source never leaves your machine — to a self-owned Astro/MDX site.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1" name="Image 0" descr="/sessions/trusting-gifted-rubin/mnt/outputs/build/icons/FaK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8833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Bring your own AI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key, any model — Claude, Codex, Gemini. No token markup.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670048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5" name="Image 1" descr="/sessions/trusting-gifted-rubin/mnt/outputs/build/icons/FaBoxOpen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68833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52928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 the output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852928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self-contained Astro/MDX site. No platform lock-in.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82896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19" name="Image 2" descr="/sessions/trusting-gifted-rubin/mnt/outputs/build/icons/FaLock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4" y="26883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65776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 stays local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65776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Generation runs on your machine; your code is never uploaded.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095744" y="2468880"/>
            <a:ext cx="202996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pic>
        <p:nvPicPr>
          <p:cNvPr id="23" name="Image 3" descr="/sessions/trusting-gifted-rubin/mnt/outputs/build/icons/FaCheckCircle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268833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78624" y="318211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Verified, not hallucinated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278624" y="3529584"/>
            <a:ext cx="16642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gates check the docs against the code.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real pipeline, not a prompt — and it runs on your machine.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structural repo 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36115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65299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65299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6" name="Text 14"/>
          <p:cNvSpPr/>
          <p:nvPr/>
        </p:nvSpPr>
        <p:spPr>
          <a:xfrm>
            <a:off x="2238451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Write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20163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your own AI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442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733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73398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1" name="Text 19"/>
          <p:cNvSpPr/>
          <p:nvPr/>
        </p:nvSpPr>
        <p:spPr>
          <a:xfrm>
            <a:off x="39465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282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per-persona agents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52314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581498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81498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6" name="Text 24"/>
          <p:cNvSpPr/>
          <p:nvPr/>
        </p:nvSpPr>
        <p:spPr>
          <a:xfrm>
            <a:off x="5654650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36362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gates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60413" y="1691640"/>
            <a:ext cx="347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89597" y="1691640"/>
            <a:ext cx="1397203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89597" y="1691640"/>
            <a:ext cx="1397203" cy="64008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31" name="Text 29"/>
          <p:cNvSpPr/>
          <p:nvPr/>
        </p:nvSpPr>
        <p:spPr>
          <a:xfrm>
            <a:off x="7362749" y="1837944"/>
            <a:ext cx="12508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44461" y="2148840"/>
            <a:ext cx="12874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owned site ⚠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2834640"/>
            <a:ext cx="4983480" cy="1481328"/>
          </a:xfrm>
          <a:prstGeom prst="roundRect">
            <a:avLst>
              <a:gd name="adj" fmla="val 4938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27000" dist="38100" dir="8100000">
              <a:srgbClr val="1E293B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" y="2962656"/>
            <a:ext cx="73152" cy="7315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2962656"/>
            <a:ext cx="73152" cy="7315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6" name="Shape 34"/>
          <p:cNvSpPr/>
          <p:nvPr/>
        </p:nvSpPr>
        <p:spPr>
          <a:xfrm>
            <a:off x="896112" y="2962656"/>
            <a:ext cx="73152" cy="7315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2907792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docstube verify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8368" y="3163824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 compile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8368" y="3378708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 resolve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8368" y="3593592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work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58368" y="3808476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pPr algn="l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refs match compiler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4023360"/>
            <a:ext cx="4581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algn="l"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page flagged for human review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2834640"/>
            <a:ext cx="2971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2834640"/>
            <a:ext cx="82296" cy="14813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5934456" y="29992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REPORT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34456" y="329184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docs disagree with your code in 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</a:t>
            </a:r>
            <a:pPr algn="l"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places.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934456" y="3822192"/>
            <a:ext cx="2551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near-free byproduct of verification — and only affected pages regenerate.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markup. No lock-in. No upload. No black box.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wedge as four refusals — each maps to a real mechanism, not a slogan.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0B7C86"/>
          </a:solidFill>
          <a:ln/>
        </p:spPr>
      </p:sp>
      <p:pic>
        <p:nvPicPr>
          <p:cNvPr id="12" name="Image 0" descr="/sessions/trusting-gifted-rubin/mnt/outputs/build/icons/FaCoin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31912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token markup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357530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 pay your own LLM bill. We add zero margin on compute.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70048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852928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7" name="Image 1" descr="/sessions/trusting-gifted-rubin/mnt/outputs/build/icons/FaBoxOpen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67004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52928" y="31912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platform lock-in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852928" y="357530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output is a site you own and can host anywhere.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882896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65776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2" name="Image 2" descr="/sessions/trusting-gifted-rubin/mnt/outputs/build/icons/FaShieldAlt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7004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65776" y="31912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source upload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065776" y="357530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code stays on your machine, full stop.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7095744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278624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7" name="Image 3" descr="/sessions/trusting-gifted-rubin/mnt/outputs/build/icons/FaCheckCircle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267004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78624" y="319125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black box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278624" y="3575304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binary, deterministic gate — never an opaque model score.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Together that's the only </a:t>
            </a:r>
            <a:pPr algn="l" indent="0" marL="0">
              <a:buNone/>
            </a:pPr>
            <a:r>
              <a:rPr lang="en-US" sz="900" b="1" i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× verified</a:t>
            </a:r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quadrant — see competition.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180M+ developers already hold the compute. We're free to start.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2743200" cy="2743200"/>
          </a:xfrm>
          <a:prstGeom prst="ellipse">
            <a:avLst/>
          </a:prstGeom>
          <a:solidFill>
            <a:srgbClr val="CDEDE6">
              <a:alpha val="70000"/>
            </a:srgbClr>
          </a:solidFill>
          <a:ln w="19050">
            <a:solidFill>
              <a:srgbClr val="0097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2361347"/>
            <a:ext cx="1810512" cy="1810512"/>
          </a:xfrm>
          <a:prstGeom prst="ellipse">
            <a:avLst/>
          </a:prstGeom>
          <a:solidFill>
            <a:srgbClr val="0097A1">
              <a:alpha val="72000"/>
            </a:srgbClr>
          </a:solidFill>
          <a:ln w="19050">
            <a:solidFill>
              <a:srgbClr val="004B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3292937"/>
            <a:ext cx="987552" cy="987552"/>
          </a:xfrm>
          <a:prstGeom prst="ellipse">
            <a:avLst/>
          </a:prstGeom>
          <a:solidFill>
            <a:srgbClr val="004B52"/>
          </a:solidFill>
          <a:ln/>
        </p:spPr>
      </p:sp>
      <p:sp>
        <p:nvSpPr>
          <p:cNvPr id="12" name="Text 10"/>
          <p:cNvSpPr/>
          <p:nvPr/>
        </p:nvSpPr>
        <p:spPr>
          <a:xfrm>
            <a:off x="1609344" y="3292937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9304" y="2471075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89280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60520" y="1783080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25112" y="18928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87452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code-tools market ~$9.35B (2026) → ~$30B (2031), ~26% CAGR.  (Mordor Intelligence — analyst estimate)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2679192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325112" y="2788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770632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180M+ developers; 395M public repos + tens of millions of private repos needing docs.  (GitHub Octoverse 2025)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60520" y="3575304"/>
            <a:ext cx="45262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25112" y="368503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366674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Bottom-up: adopted repos/sites × per-site pricing, or developers × a modest ACV.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498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Soft/estimated figures flagged in speaker notes · docs-tools market shown as color only (low confidence).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to spread. Paid for what a single repo can't give you.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661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7744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2374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79806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forever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3054096"/>
            <a:ext cx="14417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feature. Bring your own AI. Community support. The adoption engine.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92680" y="1965960"/>
            <a:ext cx="1661160" cy="1783080"/>
          </a:xfrm>
          <a:prstGeom prst="roundRect">
            <a:avLst>
              <a:gd name="adj" fmla="val 4404"/>
            </a:avLst>
          </a:prstGeom>
          <a:solidFill>
            <a:srgbClr val="0097A1"/>
          </a:solidFill>
          <a:ln w="1270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92680" y="196596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6" name="Text 14"/>
          <p:cNvSpPr/>
          <p:nvPr/>
        </p:nvSpPr>
        <p:spPr>
          <a:xfrm>
            <a:off x="2502408" y="211226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02408" y="238658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7FB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Usage-based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02408" y="2642616"/>
            <a:ext cx="144170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ECFE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Cross-project RAG “Ask agent” + MCP, governance, audit log, analytics, guardrails.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28160" y="1554480"/>
            <a:ext cx="1661160" cy="219456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28160" y="1554480"/>
            <a:ext cx="1661160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21" name="Text 19"/>
          <p:cNvSpPr/>
          <p:nvPr/>
        </p:nvSpPr>
        <p:spPr>
          <a:xfrm>
            <a:off x="4437888" y="1700784"/>
            <a:ext cx="1441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7888" y="1975104"/>
            <a:ext cx="1441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97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· fixed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37888" y="2231136"/>
            <a:ext cx="14417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Self-host + SLA + onboarding + enterprise support. Internal-docs led.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55321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9534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adoption  →  monetization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783080"/>
            <a:ext cx="2423160" cy="2697480"/>
          </a:xfrm>
          <a:prstGeom prst="roundRect">
            <a:avLst>
              <a:gd name="adj" fmla="val 3396"/>
            </a:avLst>
          </a:prstGeom>
          <a:solidFill>
            <a:srgbClr val="CDEDE6">
              <a:alpha val="65000"/>
            </a:srgbClr>
          </a:solidFill>
          <a:ln w="12700">
            <a:solidFill>
              <a:srgbClr val="0097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9385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PROVEN MOTION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46520" y="2212848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Supabase (~$5B val, ~$70M ARR) and PostHog (~$1.4B val, ~$57.5M ARR) prove it: free self-host → paid hosted + governance. Cross-project intelligence and audit don't exist in one self-hosted repo — which is what makes the paid tier defensible. (Comps reported/estimated.)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They host and meter. We hand you the keys.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554480" y="2057400"/>
            <a:ext cx="21945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057400"/>
            <a:ext cx="1097280" cy="1097280"/>
          </a:xfrm>
          <a:prstGeom prst="rect">
            <a:avLst/>
          </a:prstGeom>
          <a:solidFill>
            <a:srgbClr val="CDEDE6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154680"/>
            <a:ext cx="21945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651760" y="2057400"/>
            <a:ext cx="0" cy="2194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55448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Passive · hosts docs you write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1760" y="42702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 · generates from code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" y="2039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Verified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" y="4050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Unverified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88182" y="2254910"/>
            <a:ext cx="219456" cy="219456"/>
          </a:xfrm>
          <a:prstGeom prst="ellipse">
            <a:avLst/>
          </a:prstGeom>
          <a:solidFill>
            <a:srgbClr val="0097A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29230" y="190743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docstube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845966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426464" y="39739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Mintlify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45766" y="3538728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1980590" y="3319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GitBook · ReadMe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64992" y="3758184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2916936" y="3886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DeepWiki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50746" y="2397557"/>
            <a:ext cx="109728" cy="1097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1448410" y="2525573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Swimm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783080"/>
          <a:ext cx="37947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77240"/>
                <a:gridCol w="621792"/>
                <a:gridCol w="640080"/>
                <a:gridCol w="658368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docstube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7A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Mintlify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GitBook / ReadMe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4155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DeepWiki</a:t>
                      </a:r>
                      <a:endParaRPr lang="en-US" sz="8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No token markup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Owns your output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Source stays local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Mechanically verified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Generates from code</a:t>
                      </a:r>
                      <a:endParaRPr lang="en-US" sz="9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—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A06B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✓</a:t>
                      </a:r>
                      <a:endParaRPr lang="en-US" sz="12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4892040" y="42245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Fair and factual: Mintlify (≈$500M val, 20,000+ companies) and DeepWiki ($26B-backed, 50,000+ repos) are good at hosted. We're the opposite model on purpose — no trash-talking.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Provider-neutrality is the moat a vendor can't copy.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model vendor wants you on its tokens; we're built the opposite way.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9050">
            <a:solidFill>
              <a:srgbClr val="0097A1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2029968" cy="73152"/>
          </a:xfrm>
          <a:prstGeom prst="rect">
            <a:avLst/>
          </a:prstGeom>
          <a:solidFill>
            <a:srgbClr val="0097A1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3" name="Image 0" descr="/sessions/trusting-gifted-rubin/mnt/outputs/build/icons/FaRandom_0097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Provider-neutral BYO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Swap models anytime — no markup.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670048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852928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18" name="Image 1" descr="/sessions/trusting-gifted-rubin/mnt/outputs/build/icons/FaLock_009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267004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852928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Source never uploaded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2852928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code never reaches a vendor.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882896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065776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3" name="Image 2" descr="/sessions/trusting-gifted-rubin/mnt/outputs/build/icons/FaBoxOpen_0097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2670048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65776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Self-owned output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65776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site you keep, not a hosted lock-in.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7095744" y="2331720"/>
            <a:ext cx="202996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1E293B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78624" y="2532888"/>
            <a:ext cx="548640" cy="548640"/>
          </a:xfrm>
          <a:prstGeom prst="ellipse">
            <a:avLst/>
          </a:prstGeom>
          <a:solidFill>
            <a:srgbClr val="CDEDE6"/>
          </a:solidFill>
          <a:ln/>
        </p:spPr>
      </p:sp>
      <p:pic>
        <p:nvPicPr>
          <p:cNvPr id="28" name="Image 3" descr="/sessions/trusting-gifted-rubin/mnt/outputs/build/icons/FaCheckCircle_0097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267004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78624" y="317296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Deterministic verification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278624" y="3520440"/>
            <a:ext cx="1664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Mechanical checks, not a score.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57200" y="43342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b="1" i="1" dirty="0">
                <a:solidFill>
                  <a:srgbClr val="004B5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hedge: </a:t>
            </a:r>
            <a:pPr algn="l"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vendor copying us would have to give up token margin and lock-in — the two things it's built on. That's our durable edge.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791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docs</a:t>
            </a:r>
            <a:pPr algn="l" indent="0" marL="0">
              <a:buNone/>
            </a:pPr>
            <a:r>
              <a:rPr lang="en-US" sz="950" b="1" dirty="0">
                <a:solidFill>
                  <a:srgbClr val="0097A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377440" y="4791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artifact · pre-product · not a financing document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955280" y="479145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448056"/>
            <a:ext cx="118872" cy="118872"/>
          </a:xfrm>
          <a:prstGeom prst="ellipse">
            <a:avLst/>
          </a:prstGeom>
          <a:solidFill>
            <a:srgbClr val="0097A1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34747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76809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6"/>
              </a:lnSpc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Building the verification layer — in the open.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097A1"/>
            </a:solidFill>
            <a:prstDash val="dash"/>
          </a:ln>
        </p:spPr>
      </p:sp>
      <p:pic>
        <p:nvPicPr>
          <p:cNvPr id="10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395728"/>
            <a:ext cx="82296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PLACEHOLDER: team — to be added ]]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Team and hiring details intentionally omitted in this vision artifact.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97A1"/>
          </a:solidFill>
          <a:ln/>
        </p:spPr>
      </p:sp>
      <p:pic>
        <p:nvPicPr>
          <p:cNvPr id="3" name="Image 0" descr="/sessions/trusting-gifted-rubin/mnt/outputs/build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66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docs layer should belong to the people who write the code.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9718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Own your compute, own your output, own your docs — verified against your source and current with every commit. That's the default we're building toward.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63640" y="2926080"/>
            <a:ext cx="2423160" cy="1600200"/>
          </a:xfrm>
          <a:prstGeom prst="roundRect">
            <a:avLst>
              <a:gd name="adj" fmla="val 5143"/>
            </a:avLst>
          </a:prstGeom>
          <a:solidFill>
            <a:srgbClr val="111A2E"/>
          </a:solidFill>
          <a:ln w="12700">
            <a:solidFill>
              <a:srgbClr val="5EEAD4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6409944" y="3054096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 OPTIONAL — only when raising ]]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09944" y="3346704"/>
            <a:ext cx="2130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Raising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$amount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 </a:t>
            </a:r>
            <a:pPr algn="l"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E2E8F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[[ use of funds ]]</a:t>
            </a:r>
            <a:endParaRPr lang="en-US" sz="95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projections in this artifact.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compute. your output. your docs.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docstube — YOUR CODE. YOUR AI. YOUR DOCS.</dc:title>
  <dc:subject>PptxGenJS Presentation</dc:subject>
  <dc:creator>docstube</dc:creator>
  <cp:lastModifiedBy>docstube</cp:lastModifiedBy>
  <cp:revision>1</cp:revision>
  <dcterms:created xsi:type="dcterms:W3CDTF">2026-06-18T09:01:05Z</dcterms:created>
  <dcterms:modified xsi:type="dcterms:W3CDTF">2026-06-18T09:01:05Z</dcterms:modified>
</cp:coreProperties>
</file>