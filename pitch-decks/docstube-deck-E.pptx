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category redefinition: docs reframed from content you host to an artifact you compile and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Sharpen the contrast: hosting is passive; compiling is active and checkable. The incumbent model structurally can't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why-now, then convert it into the category argument: the moment demands verification, which platforms can't do. (SO/Octoverse solid; 2030 a prediction.)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compiler metaphor is literal: a build step with a deterministic gate. That's why 'compiler,' not 'platform.'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binary, deterministic publish gate is the compiler's defining feature — quality is pass/fail, never an opaque model score. Incremental recompile = always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E's centerpiece — the quadrant is the argument. Everyone else is missing 'active' or 'verified'; only docstube is both. Be fair about where each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the TAM away from docs-hosting (where incumbents sit) toward code-tooling. Flag the $8B docs-hosting figure as low-confidence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the pricing-mechanic reasoning to sound rigorous. Frame as 'local build → org build system → governed pipeline.'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contrarian framing works only if it's fair. No trash-talking.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Neutrality is the hedge; verifier + provenance are the least-copyable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Sharp, declarative close. Optional ask only when raising.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8378" cy="7383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8730" y="438912"/>
            <a:ext cx="310896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90" b="1" spc="-50" kern="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2890" b="1" spc="-50" kern="0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2890" dirty="0"/>
          </a:p>
        </p:txBody>
      </p:sp>
      <p:sp>
        <p:nvSpPr>
          <p:cNvPr id="4" name="Text 1"/>
          <p:cNvSpPr/>
          <p:nvPr/>
        </p:nvSpPr>
        <p:spPr>
          <a:xfrm>
            <a:off x="457200" y="15544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a docs </a:t>
            </a:r>
            <a:pPr algn="l" indent="0" marL="0">
              <a:buNone/>
            </a:pPr>
            <a:r>
              <a:rPr lang="en-US" sz="4600" b="1" strike="sngStrike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platform.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docs </a:t>
            </a:r>
            <a:pPr algn="l" indent="0" marL="0">
              <a:buNone/>
            </a:pPr>
            <a:r>
              <a:rPr lang="en-US" sz="46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compiler.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 compiles documentation from your code — and verifies it against the source. A build step, not a CMS.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63640" y="33832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</p:spPr>
      </p:sp>
      <p:sp>
        <p:nvSpPr>
          <p:cNvPr id="8" name="Text 5"/>
          <p:cNvSpPr/>
          <p:nvPr/>
        </p:nvSpPr>
        <p:spPr>
          <a:xfrm>
            <a:off x="644652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docstube build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verified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 platforms host your prose. They can't tell you it's wrong.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platform stores whatever you write — stale or not. Hosting was never meant to catch drift.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Bolt-on AI writers generate fluent prose with no idea whether it matches the code.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931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 docs drift, silently — while the code changes underneath the frozen page.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1828800"/>
            <a:ext cx="2880360" cy="27432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19933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say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22494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89320" y="28803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now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8932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email, role)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2761488"/>
            <a:ext cx="2514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4114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fluent. confident. wrong.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 can't hand-host docs for code that's increasingly machine-written.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4023360"/>
            <a:ext cx="4114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194560"/>
            <a:ext cx="0" cy="1828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840480"/>
            <a:ext cx="1399032" cy="-438912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9152" y="3401568"/>
            <a:ext cx="1316736" cy="-585216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75888" y="2816352"/>
            <a:ext cx="1399032" cy="-512064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450592"/>
            <a:ext cx="1399032" cy="365760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359152" y="2816352"/>
            <a:ext cx="1316736" cy="512064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75888" y="3328416"/>
            <a:ext cx="1399032" cy="438912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35224" y="30266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218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verification gap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AI-written code  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trust in AI output  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schematic — illustrative trend, not plotted data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178308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1783080"/>
            <a:ext cx="82296" cy="129844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5" name="Text 23"/>
          <p:cNvSpPr/>
          <p:nvPr/>
        </p:nvSpPr>
        <p:spPr>
          <a:xfrm>
            <a:off x="5879592" y="1911096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&gt;30% of new code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879592" y="2458273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is AI-written at Google (Q1 2025); ~20–30% at Microsoft (Apr 2025); ~95% predicted by 2030 (Kevin Scott). ~1B commits in 2025, +25% YoY (Octoverse).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273552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15000" y="3273552"/>
            <a:ext cx="82296" cy="12984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879592" y="3401568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~29% trust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879592" y="3948745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 AI accuracy — down 11 pts; 46% distrust; 66% frustrated by “almost right, but not quite” (SO 2025). Hosting more pages faster doesn't fix trust.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 build — your docs, compiled and checked against your code.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 reads the repo, drafts on your own AI, and runs deterministic verifiers; pages retry or ship flagged. The output is an owned site, not a hosted lock-in.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1" name="Image 0" descr="/sessions/trusting-gifted-rubin/mnt/outputs/build/icons/Fa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8833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 at the gate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Samples compile, imports resolve, refs match the compiler.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670048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5" name="Image 1" descr="/sessions/trusting-gifted-rubin/mnt/outputs/build/icons/FaCube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26883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52928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Compiled from code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852928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build step, not a CMS you paste prose into.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82896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9" name="Image 2" descr="/sessions/trusting-gifted-rubin/mnt/outputs/build/icons/FaBoxOpen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6883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65776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Owned output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65776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self-contained site — no platform lock-in.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095744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23" name="Image 3" descr="/sessions/trusting-gifted-rubin/mnt/outputs/build/icons/FaKey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268833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78624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Bring your own AI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278624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Any model, no token markup, source stays local.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build pipeline for docs — with a gate that can fail.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structural repo 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36115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65299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65299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6" name="Text 14"/>
          <p:cNvSpPr/>
          <p:nvPr/>
        </p:nvSpPr>
        <p:spPr>
          <a:xfrm>
            <a:off x="2238451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20163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 drafts from source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442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733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73398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1" name="Text 19"/>
          <p:cNvSpPr/>
          <p:nvPr/>
        </p:nvSpPr>
        <p:spPr>
          <a:xfrm>
            <a:off x="39465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282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per-persona agents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23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814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81498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6" name="Text 24"/>
          <p:cNvSpPr/>
          <p:nvPr/>
        </p:nvSpPr>
        <p:spPr>
          <a:xfrm>
            <a:off x="56546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363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verify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60413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89597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89597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31" name="Text 29"/>
          <p:cNvSpPr/>
          <p:nvPr/>
        </p:nvSpPr>
        <p:spPr>
          <a:xfrm>
            <a:off x="7362749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44461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owned site · or flag ⚠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2834640"/>
            <a:ext cx="4983480" cy="1481328"/>
          </a:xfrm>
          <a:prstGeom prst="roundRect">
            <a:avLst>
              <a:gd name="adj" fmla="val 4938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" y="2962656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2962656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6" name="Shape 34"/>
          <p:cNvSpPr/>
          <p:nvPr/>
        </p:nvSpPr>
        <p:spPr>
          <a:xfrm>
            <a:off x="896112" y="2962656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290779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docstube verify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8368" y="3163824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 compile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3378708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 resolve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3593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 work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" y="3808476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refs match compiler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" y="4023360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page flagged for human review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2834640"/>
            <a:ext cx="2971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2834640"/>
            <a:ext cx="82296" cy="14813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5934456" y="29992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REPORT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34456" y="329184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docs disagree with your code in 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places.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934456" y="382219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near-free byproduct of verification — and only affected pages regenerate.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Platform vs. compiler: passive hosting vs. active, verified generation.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874520" y="2011680"/>
            <a:ext cx="25146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31820" y="2011680"/>
            <a:ext cx="1257300" cy="1257300"/>
          </a:xfrm>
          <a:prstGeom prst="rect">
            <a:avLst/>
          </a:prstGeom>
          <a:solidFill>
            <a:srgbClr val="CDEDE6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74520" y="3268980"/>
            <a:ext cx="2514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131820" y="2011680"/>
            <a:ext cx="0" cy="2514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74520" y="4544568"/>
            <a:ext cx="1257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Passive · hosts docs you 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31820" y="4544568"/>
            <a:ext cx="1257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· generates from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392" y="1993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50392" y="4325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Unverified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77056" y="2253996"/>
            <a:ext cx="219456" cy="219456"/>
          </a:xfrm>
          <a:prstGeom prst="ellipse">
            <a:avLst/>
          </a:prstGeom>
          <a:solidFill>
            <a:srgbClr val="0097A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18104" y="19065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96846" y="4069080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794510" y="41970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Mintlify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74620" y="371703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2409444" y="34975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GitBook · ReadMe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57066" y="396849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3509010" y="4096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DeepWiki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21992" y="2409444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1819656" y="25374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Swimm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20640" y="19202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03520" y="20482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✗  </a:t>
            </a:r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Platform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23774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Passive: hosts whatever prose you write. Structurally can't tell you it's wrong.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2461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0097A1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374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Compiler  (docstube)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703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Active: generates from code and runs a deterministic gate. Pages retry or ship flagged — never silently wrong.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compiler rides the code-tools market, not the docs-hosting niche.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2743200" cy="2743200"/>
          </a:xfrm>
          <a:prstGeom prst="ellipse">
            <a:avLst/>
          </a:prstGeom>
          <a:solidFill>
            <a:srgbClr val="CDEDE6">
              <a:alpha val="70000"/>
            </a:srgbClr>
          </a:solidFill>
          <a:ln w="19050">
            <a:solidFill>
              <a:srgbClr val="0097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2361347"/>
            <a:ext cx="1810512" cy="1810512"/>
          </a:xfrm>
          <a:prstGeom prst="ellipse">
            <a:avLst/>
          </a:prstGeom>
          <a:solidFill>
            <a:srgbClr val="0097A1">
              <a:alpha val="72000"/>
            </a:srgbClr>
          </a:solidFill>
          <a:ln w="19050">
            <a:solidFill>
              <a:srgbClr val="004B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292937"/>
            <a:ext cx="987552" cy="987552"/>
          </a:xfrm>
          <a:prstGeom prst="ellipse">
            <a:avLst/>
          </a:prstGeom>
          <a:solidFill>
            <a:srgbClr val="004B52"/>
          </a:solidFill>
          <a:ln/>
        </p:spPr>
      </p:sp>
      <p:sp>
        <p:nvSpPr>
          <p:cNvPr id="12" name="Text 10"/>
          <p:cNvSpPr/>
          <p:nvPr/>
        </p:nvSpPr>
        <p:spPr>
          <a:xfrm>
            <a:off x="1609344" y="3292937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9304" y="2471075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8928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783080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25112" y="18928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87452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code-tools market ~$9.35B (2026) → ~$30B (2031), ~26% CAGR.  (Mordor Intelligence — analyst estimate)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2679192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25112" y="27889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77063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180M+ developers; 395M public repos + tens of millions of private repos needing docs.  (GitHub Octoverse 2025)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3575304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25112" y="36850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66674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Bottom-up: adopted repos/sites × per-site pricing, or developers × a modest ACV.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98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Soft/estimated figures flagged in speaker notes · docs-tools market shown as color only (low confidence).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compiler. Paid for the org-scale build system.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661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2374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Open-source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79806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forever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3054096"/>
            <a:ext cx="1441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feature. Bring your own AI. Community support. The adoption engine.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92680" y="1965960"/>
            <a:ext cx="1661160" cy="1783080"/>
          </a:xfrm>
          <a:prstGeom prst="roundRect">
            <a:avLst>
              <a:gd name="adj" fmla="val 4404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92680" y="196596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6" name="Text 14"/>
          <p:cNvSpPr/>
          <p:nvPr/>
        </p:nvSpPr>
        <p:spPr>
          <a:xfrm>
            <a:off x="2502408" y="211226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02408" y="238658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7F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Usage-based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02408" y="2642616"/>
            <a:ext cx="14417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Cross-project RAG “Ask agent” + MCP, governance, audit log, analytics, guardrails.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28160" y="1554480"/>
            <a:ext cx="1661160" cy="219456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28160" y="155448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1" name="Text 19"/>
          <p:cNvSpPr/>
          <p:nvPr/>
        </p:nvSpPr>
        <p:spPr>
          <a:xfrm>
            <a:off x="4437888" y="170078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7888" y="197510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· fixed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37888" y="2231136"/>
            <a:ext cx="14417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Self-host + SLA + onboarding + enterprise support. Internal-docs led.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5532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9534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adoption  →  monetization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1783080"/>
            <a:ext cx="2423160" cy="2697480"/>
          </a:xfrm>
          <a:prstGeom prst="roundRect">
            <a:avLst>
              <a:gd name="adj" fmla="val 3396"/>
            </a:avLst>
          </a:prstGeom>
          <a:solidFill>
            <a:srgbClr val="CDEDE6">
              <a:alpha val="65000"/>
            </a:srgbClr>
          </a:solidFill>
          <a:ln w="12700">
            <a:solidFill>
              <a:srgbClr val="0097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9385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PROVEN MOTION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46520" y="2212848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Suggested mechanic: banded per-site base + seat/usage hybrid — not per-page (per-page perversely rewards fewer, larger pages). Supabase / PostHog prove the open-core motion. (Comps reported/estimated.)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Concede hosting. Win verification.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554480" y="2057400"/>
            <a:ext cx="2194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057400"/>
            <a:ext cx="1097280" cy="1097280"/>
          </a:xfrm>
          <a:prstGeom prst="rect">
            <a:avLst/>
          </a:prstGeom>
          <a:solidFill>
            <a:srgbClr val="CDEDE6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3154680"/>
            <a:ext cx="2194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651760" y="2057400"/>
            <a:ext cx="0" cy="2194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55448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Passive · hosts docs you 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· generates from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039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4050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Unverified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88182" y="2254910"/>
            <a:ext cx="219456" cy="219456"/>
          </a:xfrm>
          <a:prstGeom prst="ellipse">
            <a:avLst/>
          </a:prstGeom>
          <a:solidFill>
            <a:srgbClr val="0097A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29230" y="190743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84596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426464" y="39739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Mintlify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5766" y="3538728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1980590" y="3319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GitBook · ReadMe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64992" y="3758184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2916936" y="3886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DeepWiki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50746" y="2397557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1448410" y="252557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Swimm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83080"/>
          <a:ext cx="3794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77240"/>
                <a:gridCol w="621792"/>
                <a:gridCol w="640080"/>
                <a:gridCol w="65836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docstube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Mintlify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GitBook / ReadMe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DeepWiki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Generates from code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Mechanically verified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Owned output (no lock-in)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Bring-your-own compute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Audit log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~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~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892040" y="42245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Concede generously where incumbents lead: Mintlify (≈$500M val, 20,000+ companies, Autopilot incremental updates), GitBook/ReadMe (mature hosting), DeepWiki ($26B-backed, MCP-native). Then win on the axis they can't structurally cross.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compiler's gate + neutrality is not a vendor's docs mode.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vendor would ship a hosted, on-its-tokens docs mode — the platform model we're redefining away from.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2" name="Image 0" descr="/sessions/trusting-gifted-rubin/mnt/outputs/build/icons/FaCheckCircle_0097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gate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real build gate, not a score.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70048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52928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7" name="Image 1" descr="/sessions/trusting-gifted-rubin/mnt/outputs/build/icons/FaSitemap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67004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52928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Symbol-level provenance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852928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Recompile only what changed.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882896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905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82896" y="2331720"/>
            <a:ext cx="2029968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2" name="Shape 18"/>
          <p:cNvSpPr/>
          <p:nvPr/>
        </p:nvSpPr>
        <p:spPr>
          <a:xfrm>
            <a:off x="5065776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3" name="Image 2" descr="/sessions/trusting-gifted-rubin/mnt/outputs/build/icons/FaRandom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67004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65776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Provider-neutral BYO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65776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Claude / Codex / Gemini, no markup.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095744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78624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8" name="Image 3" descr="/sessions/trusting-gifted-rubin/mnt/outputs/build/icons/FaLock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26700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78624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 never uploaded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278624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code never leaves.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5720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i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hedge: </a:t>
            </a:r>
            <a:pPr algn="l"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two hardest parts to copy are the deterministic verifier and symbol-level provenance; a vendor can't be neutral about its own tokens.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Building the verification layer — in the open.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097A1"/>
            </a:solidFill>
            <a:prstDash val="dash"/>
          </a:ln>
        </p:spPr>
      </p:sp>
      <p:pic>
        <p:nvPicPr>
          <p:cNvPr id="10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395728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PLACEHOLDER: team — to be added ]]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 and hiring details intentionally omitted in this vision artifact.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7A1"/>
          </a:solidFill>
          <a:ln/>
        </p:spPr>
      </p:sp>
      <p:pic>
        <p:nvPicPr>
          <p:cNvPr id="3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 become a build artifact — compiled, verified, owned.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971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 software volume explodes and trust falls, documentation stops being content you host and becomes something you compile and prove. docstube is the compiler for that era.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2926080"/>
            <a:ext cx="2423160" cy="1600200"/>
          </a:xfrm>
          <a:prstGeom prst="roundRect">
            <a:avLst>
              <a:gd name="adj" fmla="val 5143"/>
            </a:avLst>
          </a:prstGeom>
          <a:solidFill>
            <a:srgbClr val="111A2E"/>
          </a:solidFill>
          <a:ln w="12700">
            <a:solidFill>
              <a:srgbClr val="5EEAD4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409944" y="3054096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OPTIONAL — only when raising ]]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09944" y="3346704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Raising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$amount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E2E8F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use of funds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projections in this artifact.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platform — a compiler.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docstube — NOT A DOCS PLATFORM. A DOCS COMPILER.</dc:title>
  <dc:subject>PptxGenJS Presentation</dc:subject>
  <dc:creator>docstube</dc:creator>
  <cp:lastModifiedBy>docstube</cp:lastModifiedBy>
  <cp:revision>1</cp:revision>
  <dcterms:created xsi:type="dcterms:W3CDTF">2026-06-18T09:01:05Z</dcterms:created>
  <dcterms:modified xsi:type="dcterms:W3CDTF">2026-06-18T09:01:05Z</dcterms:modified>
</cp:coreProperties>
</file>